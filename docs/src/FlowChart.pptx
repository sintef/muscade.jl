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342683-2521-4A2B-8C5F-D28A84CE5618}" v="54" dt="2026-09-10T12:54:25.1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79" autoAdjust="0"/>
    <p:restoredTop sz="94660"/>
  </p:normalViewPr>
  <p:slideViewPr>
    <p:cSldViewPr snapToGrid="0">
      <p:cViewPr>
        <p:scale>
          <a:sx n="66" d="100"/>
          <a:sy n="66" d="100"/>
        </p:scale>
        <p:origin x="11160" y="19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as Sauder" userId="2d4ae015-43bd-414f-8de4-a8d85a433173" providerId="ADAL" clId="{A55DC852-60E8-41A8-95DE-9F5E534AFB03}"/>
    <pc:docChg chg="modSld">
      <pc:chgData name="Thomas Sauder" userId="2d4ae015-43bd-414f-8de4-a8d85a433173" providerId="ADAL" clId="{A55DC852-60E8-41A8-95DE-9F5E534AFB03}" dt="2026-09-10T12:54:21.912" v="53" actId="20577"/>
      <pc:docMkLst>
        <pc:docMk/>
      </pc:docMkLst>
      <pc:sldChg chg="addSp modSp">
        <pc:chgData name="Thomas Sauder" userId="2d4ae015-43bd-414f-8de4-a8d85a433173" providerId="ADAL" clId="{A55DC852-60E8-41A8-95DE-9F5E534AFB03}" dt="2026-09-10T12:54:21.912" v="53" actId="20577"/>
        <pc:sldMkLst>
          <pc:docMk/>
          <pc:sldMk cId="3088005833" sldId="256"/>
        </pc:sldMkLst>
        <pc:spChg chg="mod">
          <ac:chgData name="Thomas Sauder" userId="2d4ae015-43bd-414f-8de4-a8d85a433173" providerId="ADAL" clId="{A55DC852-60E8-41A8-95DE-9F5E534AFB03}" dt="2026-09-10T12:54:21.912" v="53" actId="20577"/>
          <ac:spMkLst>
            <pc:docMk/>
            <pc:sldMk cId="3088005833" sldId="256"/>
            <ac:spMk id="78" creationId="{238791CC-0A42-6068-5C2F-9B508E94A5E1}"/>
          </ac:spMkLst>
        </pc:spChg>
        <pc:spChg chg="add mod">
          <ac:chgData name="Thomas Sauder" userId="2d4ae015-43bd-414f-8de4-a8d85a433173" providerId="ADAL" clId="{A55DC852-60E8-41A8-95DE-9F5E534AFB03}" dt="2026-09-10T12:48:35.206" v="38" actId="5793"/>
          <ac:spMkLst>
            <pc:docMk/>
            <pc:sldMk cId="3088005833" sldId="256"/>
            <ac:spMk id="98" creationId="{174EE6E3-8752-E35C-6C88-7CEAE9C4BE3E}"/>
          </ac:spMkLst>
        </pc:spChg>
        <pc:picChg chg="add">
          <ac:chgData name="Thomas Sauder" userId="2d4ae015-43bd-414f-8de4-a8d85a433173" providerId="ADAL" clId="{A55DC852-60E8-41A8-95DE-9F5E534AFB03}" dt="2026-09-10T12:48:05.465" v="34"/>
          <ac:picMkLst>
            <pc:docMk/>
            <pc:sldMk cId="3088005833" sldId="256"/>
            <ac:picMk id="100" creationId="{BF6FD7D7-65D2-2F97-57E7-2C289758355F}"/>
          </ac:picMkLst>
        </pc:picChg>
        <pc:cxnChg chg="add mod">
          <ac:chgData name="Thomas Sauder" userId="2d4ae015-43bd-414f-8de4-a8d85a433173" providerId="ADAL" clId="{A55DC852-60E8-41A8-95DE-9F5E534AFB03}" dt="2026-09-10T12:50:51.237" v="39"/>
          <ac:cxnSpMkLst>
            <pc:docMk/>
            <pc:sldMk cId="3088005833" sldId="256"/>
            <ac:cxnSpMk id="102" creationId="{74659D6E-D93E-811D-4740-E9E779D8CB4E}"/>
          </ac:cxnSpMkLst>
        </pc:cxnChg>
        <pc:cxnChg chg="add mod">
          <ac:chgData name="Thomas Sauder" userId="2d4ae015-43bd-414f-8de4-a8d85a433173" providerId="ADAL" clId="{A55DC852-60E8-41A8-95DE-9F5E534AFB03}" dt="2026-09-10T12:51:25.871" v="40"/>
          <ac:cxnSpMkLst>
            <pc:docMk/>
            <pc:sldMk cId="3088005833" sldId="256"/>
            <ac:cxnSpMk id="104" creationId="{70746AE7-D95F-08E4-B8E7-3AC87984AD5F}"/>
          </ac:cxnSpMkLst>
        </pc:cxnChg>
        <pc:cxnChg chg="add mod">
          <ac:chgData name="Thomas Sauder" userId="2d4ae015-43bd-414f-8de4-a8d85a433173" providerId="ADAL" clId="{A55DC852-60E8-41A8-95DE-9F5E534AFB03}" dt="2026-09-10T12:51:41.241" v="41"/>
          <ac:cxnSpMkLst>
            <pc:docMk/>
            <pc:sldMk cId="3088005833" sldId="256"/>
            <ac:cxnSpMk id="107" creationId="{01C53A78-F940-8BF6-D4FF-02DEC5932CCA}"/>
          </ac:cxnSpMkLst>
        </pc:cxnChg>
        <pc:cxnChg chg="add mod">
          <ac:chgData name="Thomas Sauder" userId="2d4ae015-43bd-414f-8de4-a8d85a433173" providerId="ADAL" clId="{A55DC852-60E8-41A8-95DE-9F5E534AFB03}" dt="2026-09-10T12:52:29.641" v="42"/>
          <ac:cxnSpMkLst>
            <pc:docMk/>
            <pc:sldMk cId="3088005833" sldId="256"/>
            <ac:cxnSpMk id="114" creationId="{37823341-1166-11BE-A64E-B717A8F5F60D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19AA9-9024-146C-B999-2BABA37192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6D0082-C836-4901-81B9-A17CEE4976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75F2B8-5C2C-E828-6C05-E29C2A2A8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D3D51-8871-4224-A100-CEFF47E1A1A8}" type="datetimeFigureOut">
              <a:rPr lang="en-GB" smtClean="0"/>
              <a:t>10/09/2026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2FAEE-DA71-BAA6-FF2F-F3A7837CE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F6E55-5A47-A907-EF23-82B32FE6F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73ED6-66AB-4147-9E2C-364878E3F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0030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63517-EB7D-CA23-AF15-ACB635526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D8CC4-70F0-C838-0339-815D5F78DC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E5CF2-C50C-646D-CC11-6F2C269D2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D3D51-8871-4224-A100-CEFF47E1A1A8}" type="datetimeFigureOut">
              <a:rPr lang="en-GB" smtClean="0"/>
              <a:t>10/09/2026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C650F-5FF0-C882-95DE-A97D5E8D3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F07FA9-A42E-FF3F-4829-75238C18D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73ED6-66AB-4147-9E2C-364878E3F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5695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F25FA-36E6-E331-3D35-1D49D176B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B68A64-4CAD-16B0-E7A4-7F290B9B0F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899905-E56A-D51C-AE17-E9EE00CB0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D3D51-8871-4224-A100-CEFF47E1A1A8}" type="datetimeFigureOut">
              <a:rPr lang="en-GB" smtClean="0"/>
              <a:t>10/09/2026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79CED6-D8A9-423F-F80B-9FEACDA61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A05995-15D8-5B60-4880-665BB6335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73ED6-66AB-4147-9E2C-364878E3F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9553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F7891-D119-64F5-61A5-4F358DEF0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33804-5F3D-6390-815F-A356E63FEF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CC96A8-5EDE-8D40-879C-128BF72164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25D3EB-3CDB-7929-8E12-248D73559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D3D51-8871-4224-A100-CEFF47E1A1A8}" type="datetimeFigureOut">
              <a:rPr lang="en-GB" smtClean="0"/>
              <a:t>10/09/2026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D1F520-9F75-0A59-704A-5C40C0457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39825B-73EA-BC1E-AC22-212DA143F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73ED6-66AB-4147-9E2C-364878E3F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7626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10178-25EE-B4C8-E75F-3BE119FF8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B1E83-4972-3683-F933-3D5DE85A65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D0BAF5-F692-8A86-7CD1-C8BCECA969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DCA041-8D0E-41D9-2A77-ECEF09B5C9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CD2242-00E1-F52C-AA91-3BF85341CD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6E9752-DA52-D734-5B23-C150E254E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D3D51-8871-4224-A100-CEFF47E1A1A8}" type="datetimeFigureOut">
              <a:rPr lang="en-GB" smtClean="0"/>
              <a:t>10/09/2026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89CA74-90F9-DFA6-DB04-3DA0F47E1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DE822E-F266-CE6E-4C9A-FF1D96B29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73ED6-66AB-4147-9E2C-364878E3F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1099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20F7A-3FD5-C73F-723C-3DD5857DE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76A4A4-3AF3-380E-C5E6-B7D1D8A2C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D3D51-8871-4224-A100-CEFF47E1A1A8}" type="datetimeFigureOut">
              <a:rPr lang="en-GB" smtClean="0"/>
              <a:t>10/09/2026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EBC4E9-AA98-27F0-E87A-6875FB78A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A70398-A699-8587-82BA-8B7C03188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73ED6-66AB-4147-9E2C-364878E3F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9501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810453-4A3E-17FB-0DBA-CD1368D80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D3D51-8871-4224-A100-CEFF47E1A1A8}" type="datetimeFigureOut">
              <a:rPr lang="en-GB" smtClean="0"/>
              <a:t>10/09/2026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C4CB07-525B-60A3-C17D-8A010ED2A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5FA09A-AB9C-F1B7-1CB9-9840670C2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73ED6-66AB-4147-9E2C-364878E3F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1474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F5DC3-BEDD-FD97-C24E-45B11ED7C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E66D69-FEEE-1CE4-FF62-512E77DA2F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D30A37-731E-D3BF-BFAB-3751DC335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107006-8FC7-39B4-DDC3-942B109DD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D3D51-8871-4224-A100-CEFF47E1A1A8}" type="datetimeFigureOut">
              <a:rPr lang="en-GB" smtClean="0"/>
              <a:t>10/09/2026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AC03B3-5A36-4608-3C54-324B9FDFA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03E9C8-441D-FCA1-9BB0-CA547D314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73ED6-66AB-4147-9E2C-364878E3F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7397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771AF-8A03-37E9-C50D-4CF2982F4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C7733E-903D-50D6-F9DD-9C5306AD4E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4AF86D-B34B-9A9F-B28D-8B0C0B389E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B672D8-4176-16E0-94D6-8E20B78A7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D3D51-8871-4224-A100-CEFF47E1A1A8}" type="datetimeFigureOut">
              <a:rPr lang="en-GB" smtClean="0"/>
              <a:t>10/09/2026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D1684C-BF12-619B-3FF3-D45245DDF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C58224-B350-6D93-6EAF-537E2A48D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73ED6-66AB-4147-9E2C-364878E3F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04484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97CB0-7CEE-425B-CD47-A350A5CCD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1ED5FB-0315-6BB3-DBF3-BD605E388D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A0F637-2CF1-FCE4-F0E5-07943742E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D3D51-8871-4224-A100-CEFF47E1A1A8}" type="datetimeFigureOut">
              <a:rPr lang="en-GB" smtClean="0"/>
              <a:t>10/09/2026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4DAA2-0D02-CF21-B306-1806986E2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28EC0A-F437-26D0-D938-03AE8CF03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73ED6-66AB-4147-9E2C-364878E3F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2284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7340A9-2B52-BF78-5FE5-631B3AF9A7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FC9654-CD4C-1006-3B43-575A4E22C3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9C83F1-3EED-F603-4DE7-095E753A7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D3D51-8871-4224-A100-CEFF47E1A1A8}" type="datetimeFigureOut">
              <a:rPr lang="en-GB" smtClean="0"/>
              <a:t>10/09/2026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D7FF32-57CA-07E1-D1DC-73C6A3BEA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E091B7-D518-41C0-3AC2-4390C42BF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73ED6-66AB-4147-9E2C-364878E3F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9708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815F81-FF62-3BF8-26FD-78655A65C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294A28-9856-C0E5-4D35-D86548F872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740F7A-4D64-6DBA-C8A2-4924343802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0D3D51-8871-4224-A100-CEFF47E1A1A8}" type="datetimeFigureOut">
              <a:rPr lang="en-GB" smtClean="0"/>
              <a:t>10/09/2026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47C46B-BB5C-ABD0-8B0B-B4210D57F7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4CC659-F15C-7FC9-FC7A-CC105CE1D9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073ED6-66AB-4147-9E2C-364878E3F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4024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Connector: Curved 91">
            <a:extLst>
              <a:ext uri="{FF2B5EF4-FFF2-40B4-BE49-F238E27FC236}">
                <a16:creationId xmlns:a16="http://schemas.microsoft.com/office/drawing/2014/main" id="{DB843137-FEF1-E0FE-2E4D-DA8E8410E61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446918" y="4273981"/>
            <a:ext cx="1534646" cy="452990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: Curved 81">
            <a:extLst>
              <a:ext uri="{FF2B5EF4-FFF2-40B4-BE49-F238E27FC236}">
                <a16:creationId xmlns:a16="http://schemas.microsoft.com/office/drawing/2014/main" id="{2F2EE912-3776-ABB6-400A-628E17B9DCAA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823239" y="3831347"/>
            <a:ext cx="2230412" cy="618910"/>
          </a:xfrm>
          <a:prstGeom prst="curved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: Curved 86">
            <a:extLst>
              <a:ext uri="{FF2B5EF4-FFF2-40B4-BE49-F238E27FC236}">
                <a16:creationId xmlns:a16="http://schemas.microsoft.com/office/drawing/2014/main" id="{5A09C140-B593-3DB3-2BA2-5ADCE9634FFE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574657" y="4700824"/>
            <a:ext cx="747608" cy="362760"/>
          </a:xfrm>
          <a:prstGeom prst="curved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: Curved 88">
            <a:extLst>
              <a:ext uri="{FF2B5EF4-FFF2-40B4-BE49-F238E27FC236}">
                <a16:creationId xmlns:a16="http://schemas.microsoft.com/office/drawing/2014/main" id="{CB984872-BB60-FEFD-963B-4C4237BF48C1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5970513" y="4710214"/>
            <a:ext cx="747608" cy="362760"/>
          </a:xfrm>
          <a:prstGeom prst="curved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A0A06F5F-CEEA-9D70-B7A3-D774F9EA1707}"/>
              </a:ext>
            </a:extLst>
          </p:cNvPr>
          <p:cNvSpPr/>
          <p:nvPr/>
        </p:nvSpPr>
        <p:spPr>
          <a:xfrm>
            <a:off x="7860713" y="1778724"/>
            <a:ext cx="1424044" cy="225517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nb-NO" dirty="0" err="1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state</a:t>
            </a:r>
            <a:r>
              <a:rPr lang="nb-NO" dirty="0">
                <a:solidFill>
                  <a:schemeClr val="bg1">
                    <a:lumMod val="75000"/>
                  </a:schemeClr>
                </a:solidFill>
              </a:rPr>
              <a:t> (t=2)</a:t>
            </a:r>
            <a:endParaRPr lang="en-GB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8778FC7-D8F8-EAE6-30D2-2FE9F6574561}"/>
              </a:ext>
            </a:extLst>
          </p:cNvPr>
          <p:cNvSpPr/>
          <p:nvPr/>
        </p:nvSpPr>
        <p:spPr>
          <a:xfrm>
            <a:off x="7687164" y="2179848"/>
            <a:ext cx="1469221" cy="225517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nb-NO" dirty="0" err="1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state</a:t>
            </a:r>
            <a:r>
              <a:rPr lang="nb-NO" dirty="0">
                <a:solidFill>
                  <a:schemeClr val="bg1">
                    <a:lumMod val="75000"/>
                  </a:schemeClr>
                </a:solidFill>
              </a:rPr>
              <a:t> (t=1)</a:t>
            </a:r>
            <a:endParaRPr lang="en-GB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D0281E7-C920-144C-9612-A7459B837538}"/>
              </a:ext>
            </a:extLst>
          </p:cNvPr>
          <p:cNvSpPr/>
          <p:nvPr/>
        </p:nvSpPr>
        <p:spPr>
          <a:xfrm>
            <a:off x="5089870" y="1755059"/>
            <a:ext cx="2287062" cy="22551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nb-NO" dirty="0">
                <a:solidFill>
                  <a:schemeClr val="bg1">
                    <a:lumMod val="75000"/>
                  </a:schemeClr>
                </a:solidFill>
              </a:rPr>
              <a:t>…</a:t>
            </a:r>
            <a:endParaRPr lang="en-GB"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8BEB8B4-0206-A8DD-6298-908533AE2C1C}"/>
              </a:ext>
            </a:extLst>
          </p:cNvPr>
          <p:cNvCxnSpPr>
            <a:cxnSpLocks/>
          </p:cNvCxnSpPr>
          <p:nvPr/>
        </p:nvCxnSpPr>
        <p:spPr>
          <a:xfrm>
            <a:off x="2550882" y="2978222"/>
            <a:ext cx="0" cy="565987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E6F40A8-4A09-4E20-80FC-CB940B28810B}"/>
              </a:ext>
            </a:extLst>
          </p:cNvPr>
          <p:cNvCxnSpPr>
            <a:cxnSpLocks/>
          </p:cNvCxnSpPr>
          <p:nvPr/>
        </p:nvCxnSpPr>
        <p:spPr>
          <a:xfrm>
            <a:off x="2631164" y="2914286"/>
            <a:ext cx="0" cy="629923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34389E3-BCC5-AD83-5FC5-CF44A0C3B3D5}"/>
              </a:ext>
            </a:extLst>
          </p:cNvPr>
          <p:cNvCxnSpPr>
            <a:cxnSpLocks/>
          </p:cNvCxnSpPr>
          <p:nvPr/>
        </p:nvCxnSpPr>
        <p:spPr>
          <a:xfrm>
            <a:off x="928511" y="2914285"/>
            <a:ext cx="0" cy="629923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866C5AC-2662-272C-4DB8-3DD1A06974E3}"/>
              </a:ext>
            </a:extLst>
          </p:cNvPr>
          <p:cNvCxnSpPr>
            <a:cxnSpLocks/>
          </p:cNvCxnSpPr>
          <p:nvPr/>
        </p:nvCxnSpPr>
        <p:spPr>
          <a:xfrm>
            <a:off x="850669" y="2978223"/>
            <a:ext cx="0" cy="565987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478086A0-EF1C-41E2-4556-87DB72E5B4E6}"/>
              </a:ext>
            </a:extLst>
          </p:cNvPr>
          <p:cNvSpPr/>
          <p:nvPr/>
        </p:nvSpPr>
        <p:spPr>
          <a:xfrm>
            <a:off x="4887482" y="2101657"/>
            <a:ext cx="2287062" cy="22551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nb-NO" dirty="0" err="1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FreqXU</a:t>
            </a:r>
            <a:endParaRPr lang="en-GB" dirty="0">
              <a:solidFill>
                <a:schemeClr val="bg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7FAF2A0-FD70-FB28-6780-B76FAF572530}"/>
              </a:ext>
            </a:extLst>
          </p:cNvPr>
          <p:cNvSpPr/>
          <p:nvPr/>
        </p:nvSpPr>
        <p:spPr>
          <a:xfrm>
            <a:off x="4374863" y="2439576"/>
            <a:ext cx="2700151" cy="19992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nb-NO" dirty="0" err="1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SweepXA</a:t>
            </a:r>
            <a:endParaRPr lang="en-GB" dirty="0">
              <a:solidFill>
                <a:schemeClr val="bg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26C2423-9B73-D818-D20F-7D447AB7EF0D}"/>
              </a:ext>
            </a:extLst>
          </p:cNvPr>
          <p:cNvSpPr/>
          <p:nvPr/>
        </p:nvSpPr>
        <p:spPr>
          <a:xfrm>
            <a:off x="1886034" y="2439577"/>
            <a:ext cx="1928949" cy="48550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 err="1">
                <a:solidFill>
                  <a:schemeClr val="tx1"/>
                </a:solidFill>
              </a:rPr>
              <a:t>addelement</a:t>
            </a:r>
            <a:r>
              <a:rPr lang="nb-NO" dirty="0">
                <a:solidFill>
                  <a:schemeClr val="tx1"/>
                </a:solidFill>
              </a:rPr>
              <a:t>!(…)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80114B7-0DD0-E075-315B-0DF39B7CD8F2}"/>
              </a:ext>
            </a:extLst>
          </p:cNvPr>
          <p:cNvSpPr/>
          <p:nvPr/>
        </p:nvSpPr>
        <p:spPr>
          <a:xfrm>
            <a:off x="1829299" y="2492720"/>
            <a:ext cx="1928949" cy="48550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 err="1">
                <a:solidFill>
                  <a:schemeClr val="tx1"/>
                </a:solidFill>
              </a:rPr>
              <a:t>addelement</a:t>
            </a:r>
            <a:r>
              <a:rPr lang="nb-NO" dirty="0">
                <a:solidFill>
                  <a:schemeClr val="tx1"/>
                </a:solidFill>
              </a:rPr>
              <a:t>!(…)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55A9697-CF2E-8C95-39A9-45749DA11AC9}"/>
              </a:ext>
            </a:extLst>
          </p:cNvPr>
          <p:cNvSpPr/>
          <p:nvPr/>
        </p:nvSpPr>
        <p:spPr>
          <a:xfrm>
            <a:off x="199899" y="2439577"/>
            <a:ext cx="1471748" cy="48550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 err="1">
                <a:solidFill>
                  <a:schemeClr val="tx1"/>
                </a:solidFill>
              </a:rPr>
              <a:t>addnode</a:t>
            </a:r>
            <a:r>
              <a:rPr lang="nb-NO" dirty="0">
                <a:solidFill>
                  <a:schemeClr val="tx1"/>
                </a:solidFill>
              </a:rPr>
              <a:t>!(…)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5B3C802-0FB5-00AE-E2B8-3591846175A4}"/>
              </a:ext>
            </a:extLst>
          </p:cNvPr>
          <p:cNvSpPr/>
          <p:nvPr/>
        </p:nvSpPr>
        <p:spPr>
          <a:xfrm>
            <a:off x="114795" y="2492721"/>
            <a:ext cx="1471748" cy="48550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 err="1">
                <a:solidFill>
                  <a:schemeClr val="tx1"/>
                </a:solidFill>
              </a:rPr>
              <a:t>addnode</a:t>
            </a:r>
            <a:r>
              <a:rPr lang="nb-NO" dirty="0">
                <a:solidFill>
                  <a:schemeClr val="tx1"/>
                </a:solidFill>
              </a:rPr>
              <a:t>!(…)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A8C3C0-A067-59A7-5388-07101D9EF224}"/>
              </a:ext>
            </a:extLst>
          </p:cNvPr>
          <p:cNvSpPr/>
          <p:nvPr/>
        </p:nvSpPr>
        <p:spPr>
          <a:xfrm>
            <a:off x="114796" y="3544209"/>
            <a:ext cx="2616508" cy="2427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model</a:t>
            </a:r>
            <a:endParaRPr lang="en-GB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B1405E-128E-1099-89FB-DBAE1AF536AB}"/>
              </a:ext>
            </a:extLst>
          </p:cNvPr>
          <p:cNvSpPr/>
          <p:nvPr/>
        </p:nvSpPr>
        <p:spPr>
          <a:xfrm>
            <a:off x="58059" y="2543994"/>
            <a:ext cx="1471748" cy="4855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addnode</a:t>
            </a:r>
            <a:r>
              <a:rPr lang="nb-NO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endParaRPr lang="en-GB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4DF380-EB0A-A2F3-35FE-93F8AAFE0CD8}"/>
              </a:ext>
            </a:extLst>
          </p:cNvPr>
          <p:cNvSpPr/>
          <p:nvPr/>
        </p:nvSpPr>
        <p:spPr>
          <a:xfrm>
            <a:off x="1772564" y="2540091"/>
            <a:ext cx="1928949" cy="4855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addelement</a:t>
            </a:r>
            <a:r>
              <a:rPr lang="nb-NO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endParaRPr lang="en-GB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0042C72-3D48-58D7-F2F5-C303AE19E96A}"/>
              </a:ext>
            </a:extLst>
          </p:cNvPr>
          <p:cNvSpPr/>
          <p:nvPr/>
        </p:nvSpPr>
        <p:spPr>
          <a:xfrm>
            <a:off x="2972724" y="3544209"/>
            <a:ext cx="1084618" cy="2427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05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initialize</a:t>
            </a:r>
            <a:r>
              <a:rPr lang="nb-NO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endParaRPr lang="en-GB" sz="105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6A07E9F-7726-FF18-B38C-B03ACBC27FA5}"/>
              </a:ext>
            </a:extLst>
          </p:cNvPr>
          <p:cNvSpPr/>
          <p:nvPr/>
        </p:nvSpPr>
        <p:spPr>
          <a:xfrm>
            <a:off x="4298762" y="2822770"/>
            <a:ext cx="2700151" cy="16856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nb-NO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DirectXUA</a:t>
            </a:r>
            <a:r>
              <a:rPr lang="nb-NO" dirty="0">
                <a:solidFill>
                  <a:schemeClr val="tx1"/>
                </a:solidFill>
              </a:rPr>
              <a:t> </a:t>
            </a:r>
            <a:r>
              <a:rPr lang="nb-NO" dirty="0" err="1">
                <a:solidFill>
                  <a:schemeClr val="tx1"/>
                </a:solidFill>
              </a:rPr>
              <a:t>solver</a:t>
            </a:r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EC2A9F6-C364-2F11-22B5-9D5E261F1255}"/>
              </a:ext>
            </a:extLst>
          </p:cNvPr>
          <p:cNvCxnSpPr>
            <a:stCxn id="6" idx="2"/>
          </p:cNvCxnSpPr>
          <p:nvPr/>
        </p:nvCxnSpPr>
        <p:spPr>
          <a:xfrm>
            <a:off x="793933" y="3029497"/>
            <a:ext cx="0" cy="5147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4B469F8A-7DCC-CA04-1557-E9172BAE33E3}"/>
              </a:ext>
            </a:extLst>
          </p:cNvPr>
          <p:cNvCxnSpPr/>
          <p:nvPr/>
        </p:nvCxnSpPr>
        <p:spPr>
          <a:xfrm>
            <a:off x="2494146" y="3029496"/>
            <a:ext cx="0" cy="5147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621BDDD7-927D-5940-06DA-C0D0E0A73C24}"/>
              </a:ext>
            </a:extLst>
          </p:cNvPr>
          <p:cNvCxnSpPr>
            <a:cxnSpLocks/>
            <a:stCxn id="4" idx="3"/>
            <a:endCxn id="18" idx="1"/>
          </p:cNvCxnSpPr>
          <p:nvPr/>
        </p:nvCxnSpPr>
        <p:spPr>
          <a:xfrm>
            <a:off x="2731304" y="3665585"/>
            <a:ext cx="2414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90AC9C6B-8C6B-B6B4-1F4C-C415288DEC03}"/>
              </a:ext>
            </a:extLst>
          </p:cNvPr>
          <p:cNvCxnSpPr>
            <a:cxnSpLocks/>
          </p:cNvCxnSpPr>
          <p:nvPr/>
        </p:nvCxnSpPr>
        <p:spPr>
          <a:xfrm>
            <a:off x="4057342" y="3665585"/>
            <a:ext cx="2414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94203394-7557-C615-43CF-056E90AF3972}"/>
              </a:ext>
            </a:extLst>
          </p:cNvPr>
          <p:cNvSpPr/>
          <p:nvPr/>
        </p:nvSpPr>
        <p:spPr>
          <a:xfrm>
            <a:off x="7558793" y="2540091"/>
            <a:ext cx="1469221" cy="225517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nb-NO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state</a:t>
            </a:r>
            <a:r>
              <a:rPr lang="nb-NO" dirty="0">
                <a:solidFill>
                  <a:schemeClr val="tx1"/>
                </a:solidFill>
              </a:rPr>
              <a:t> (t=0)</a:t>
            </a:r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61DE7A44-402C-56D6-72C2-73FD0BC42352}"/>
              </a:ext>
            </a:extLst>
          </p:cNvPr>
          <p:cNvCxnSpPr>
            <a:cxnSpLocks/>
            <a:stCxn id="20" idx="3"/>
          </p:cNvCxnSpPr>
          <p:nvPr/>
        </p:nvCxnSpPr>
        <p:spPr>
          <a:xfrm>
            <a:off x="6998913" y="3665585"/>
            <a:ext cx="5598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66F49C64-5969-B7DB-5269-BAB30C1044FE}"/>
              </a:ext>
            </a:extLst>
          </p:cNvPr>
          <p:cNvCxnSpPr>
            <a:cxnSpLocks/>
          </p:cNvCxnSpPr>
          <p:nvPr/>
        </p:nvCxnSpPr>
        <p:spPr>
          <a:xfrm>
            <a:off x="9028014" y="2897118"/>
            <a:ext cx="53668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C67CF4F5-DB70-B851-2165-BCB93A6D61C5}"/>
              </a:ext>
            </a:extLst>
          </p:cNvPr>
          <p:cNvCxnSpPr>
            <a:cxnSpLocks/>
          </p:cNvCxnSpPr>
          <p:nvPr/>
        </p:nvCxnSpPr>
        <p:spPr>
          <a:xfrm>
            <a:off x="9028014" y="3596602"/>
            <a:ext cx="5598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CEB333D4-CED0-5A6C-D0D3-2F928554DAA9}"/>
              </a:ext>
            </a:extLst>
          </p:cNvPr>
          <p:cNvCxnSpPr>
            <a:cxnSpLocks/>
          </p:cNvCxnSpPr>
          <p:nvPr/>
        </p:nvCxnSpPr>
        <p:spPr>
          <a:xfrm>
            <a:off x="9028014" y="4531665"/>
            <a:ext cx="5598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F3C843B3-4238-0ED9-9A15-CCE7C5DF1B47}"/>
              </a:ext>
            </a:extLst>
          </p:cNvPr>
          <p:cNvSpPr/>
          <p:nvPr/>
        </p:nvSpPr>
        <p:spPr>
          <a:xfrm>
            <a:off x="9560836" y="2775742"/>
            <a:ext cx="1424044" cy="22757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getdof</a:t>
            </a:r>
            <a:endParaRPr lang="en-GB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6B7A6560-D78A-9E3F-B1FE-108E41B5623A}"/>
              </a:ext>
            </a:extLst>
          </p:cNvPr>
          <p:cNvSpPr/>
          <p:nvPr/>
        </p:nvSpPr>
        <p:spPr>
          <a:xfrm>
            <a:off x="9586675" y="3475226"/>
            <a:ext cx="1424044" cy="2579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getresult</a:t>
            </a:r>
            <a:endParaRPr lang="en-GB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887AD5CE-D384-4F38-D736-615A1FD9741A}"/>
              </a:ext>
            </a:extLst>
          </p:cNvPr>
          <p:cNvSpPr/>
          <p:nvPr/>
        </p:nvSpPr>
        <p:spPr>
          <a:xfrm>
            <a:off x="9586675" y="4410289"/>
            <a:ext cx="1038931" cy="25792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draw</a:t>
            </a:r>
            <a:r>
              <a:rPr lang="nb-NO" dirty="0" err="1">
                <a:solidFill>
                  <a:schemeClr val="tx1"/>
                </a:solidFill>
              </a:rPr>
              <a:t>!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84CC7EBC-29A8-FCEB-3EC2-616C52090617}"/>
              </a:ext>
            </a:extLst>
          </p:cNvPr>
          <p:cNvSpPr/>
          <p:nvPr/>
        </p:nvSpPr>
        <p:spPr>
          <a:xfrm>
            <a:off x="101476" y="5259911"/>
            <a:ext cx="10469556" cy="1500158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nb-NO" b="1" dirty="0">
                <a:solidFill>
                  <a:srgbClr val="FF0000"/>
                </a:solidFill>
              </a:rPr>
              <a:t>Elements</a:t>
            </a:r>
            <a:r>
              <a:rPr lang="nb-NO" dirty="0">
                <a:solidFill>
                  <a:srgbClr val="FF0000"/>
                </a:solidFill>
              </a:rPr>
              <a:t>,</a:t>
            </a:r>
            <a:r>
              <a:rPr lang="nb-NO" b="1" dirty="0">
                <a:solidFill>
                  <a:srgbClr val="FF0000"/>
                </a:solidFill>
              </a:rPr>
              <a:t> </a:t>
            </a:r>
            <a:r>
              <a:rPr lang="nb-NO" dirty="0" err="1">
                <a:solidFill>
                  <a:srgbClr val="FF0000"/>
                </a:solidFill>
              </a:rPr>
              <a:t>user-defined</a:t>
            </a:r>
            <a:r>
              <a:rPr lang="nb-NO" dirty="0">
                <a:solidFill>
                  <a:srgbClr val="FF0000"/>
                </a:solidFill>
              </a:rPr>
              <a:t> or </a:t>
            </a:r>
            <a:r>
              <a:rPr lang="nb-NO" dirty="0" err="1">
                <a:solidFill>
                  <a:srgbClr val="FF0000"/>
                </a:solidFill>
              </a:rPr>
              <a:t>built</a:t>
            </a:r>
            <a:r>
              <a:rPr lang="nb-NO" dirty="0">
                <a:solidFill>
                  <a:srgbClr val="FF0000"/>
                </a:solidFill>
              </a:rPr>
              <a:t>-in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2D44F75B-692C-4CA8-D2B3-53D1984A774E}"/>
              </a:ext>
            </a:extLst>
          </p:cNvPr>
          <p:cNvSpPr/>
          <p:nvPr/>
        </p:nvSpPr>
        <p:spPr>
          <a:xfrm>
            <a:off x="236054" y="5664845"/>
            <a:ext cx="2796487" cy="965404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doflist</a:t>
            </a:r>
            <a:endParaRPr lang="en-GB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GB" dirty="0">
                <a:solidFill>
                  <a:srgbClr val="FF0000"/>
                </a:solidFill>
              </a:rPr>
              <a:t>constructor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238791CC-0A42-6068-5C2F-9B508E94A5E1}"/>
                  </a:ext>
                </a:extLst>
              </p:cNvPr>
              <p:cNvSpPr/>
              <p:nvPr/>
            </p:nvSpPr>
            <p:spPr>
              <a:xfrm>
                <a:off x="3164746" y="5664845"/>
                <a:ext cx="3531496" cy="96540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residual</a:t>
                </a:r>
                <a:r>
                  <a:rPr lang="en-GB" dirty="0">
                    <a:solidFill>
                      <a:srgbClr val="FF0000"/>
                    </a:solidFill>
                  </a:rPr>
                  <a:t> or </a:t>
                </a:r>
                <a:r>
                  <a:rPr lang="en-GB" dirty="0" err="1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lagrangian</a:t>
                </a:r>
                <a:endParaRPr lang="en-GB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algn="ctr"/>
                <a:r>
                  <a:rPr lang="en-GB" dirty="0">
                    <a:solidFill>
                      <a:srgbClr val="FF0000"/>
                    </a:solidFill>
                  </a:rPr>
                  <a:t>(incl. intermediate results e.g. ☼</a:t>
                </a:r>
                <a14:m>
                  <m:oMath xmlns:m="http://schemas.openxmlformats.org/officeDocument/2006/math">
                    <m:r>
                      <a:rPr lang="nb-NO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GB" dirty="0">
                    <a:solidFill>
                      <a:srgbClr val="FF0000"/>
                    </a:solidFill>
                  </a:rPr>
                  <a:t>)</a:t>
                </a:r>
              </a:p>
            </p:txBody>
          </p:sp>
        </mc:Choice>
        <mc:Fallback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238791CC-0A42-6068-5C2F-9B508E94A5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4746" y="5664845"/>
                <a:ext cx="3531496" cy="965404"/>
              </a:xfrm>
              <a:prstGeom prst="rect">
                <a:avLst/>
              </a:prstGeom>
              <a:blipFill>
                <a:blip r:embed="rId2"/>
                <a:stretch>
                  <a:fillRect l="-1203" r="-1031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Rectangle 79">
            <a:extLst>
              <a:ext uri="{FF2B5EF4-FFF2-40B4-BE49-F238E27FC236}">
                <a16:creationId xmlns:a16="http://schemas.microsoft.com/office/drawing/2014/main" id="{03A75585-61FA-BD2D-FFF8-FC017A0CDB7B}"/>
              </a:ext>
            </a:extLst>
          </p:cNvPr>
          <p:cNvSpPr/>
          <p:nvPr/>
        </p:nvSpPr>
        <p:spPr>
          <a:xfrm>
            <a:off x="6816050" y="5664845"/>
            <a:ext cx="3531496" cy="965404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allocate_drawing</a:t>
            </a:r>
            <a:endParaRPr lang="en-GB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GB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update_drawing</a:t>
            </a:r>
            <a:endParaRPr lang="en-GB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GB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display_drawing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38E88427-BC5F-18ED-AE14-506778D8FBFD}"/>
              </a:ext>
            </a:extLst>
          </p:cNvPr>
          <p:cNvSpPr/>
          <p:nvPr/>
        </p:nvSpPr>
        <p:spPr>
          <a:xfrm>
            <a:off x="4298762" y="4738867"/>
            <a:ext cx="2700151" cy="2341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>
                <a:solidFill>
                  <a:schemeClr val="bg1">
                    <a:lumMod val="75000"/>
                  </a:schemeClr>
                </a:solidFill>
              </a:rPr>
              <a:t>Automatic </a:t>
            </a:r>
            <a:r>
              <a:rPr lang="nb-NO" dirty="0" err="1">
                <a:solidFill>
                  <a:schemeClr val="bg1">
                    <a:lumMod val="75000"/>
                  </a:schemeClr>
                </a:solidFill>
              </a:rPr>
              <a:t>differentiation</a:t>
            </a:r>
            <a:endParaRPr lang="en-GB"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90" name="Connector: Curved 89">
            <a:extLst>
              <a:ext uri="{FF2B5EF4-FFF2-40B4-BE49-F238E27FC236}">
                <a16:creationId xmlns:a16="http://schemas.microsoft.com/office/drawing/2014/main" id="{C3B99CE8-95EC-6BBB-80F1-70D9F394978B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392317" y="4870095"/>
            <a:ext cx="587794" cy="184035"/>
          </a:xfrm>
          <a:prstGeom prst="curved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902456AD-5497-0A3B-2B8C-8F5C1C2C922C}"/>
              </a:ext>
            </a:extLst>
          </p:cNvPr>
          <p:cNvSpPr txBox="1"/>
          <p:nvPr/>
        </p:nvSpPr>
        <p:spPr>
          <a:xfrm>
            <a:off x="11492822" y="2425746"/>
            <a:ext cx="654346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nb-NO" dirty="0" err="1"/>
              <a:t>X</a:t>
            </a:r>
            <a:r>
              <a:rPr lang="nb-NO" dirty="0"/>
              <a:t>=…</a:t>
            </a:r>
          </a:p>
          <a:p>
            <a:r>
              <a:rPr lang="nb-NO" dirty="0"/>
              <a:t>U=…</a:t>
            </a:r>
          </a:p>
          <a:p>
            <a:r>
              <a:rPr lang="nb-NO" dirty="0"/>
              <a:t>A=…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174EE6E3-8752-E35C-6C88-7CEAE9C4BE3E}"/>
                  </a:ext>
                </a:extLst>
              </p:cNvPr>
              <p:cNvSpPr txBox="1"/>
              <p:nvPr/>
            </p:nvSpPr>
            <p:spPr>
              <a:xfrm>
                <a:off x="11341331" y="3419523"/>
                <a:ext cx="802365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dirty="0">
                    <a:solidFill>
                      <a:schemeClr val="tx1"/>
                    </a:solidFill>
                  </a:rPr>
                  <a:t>☼</a:t>
                </a:r>
                <a14:m>
                  <m:oMath xmlns:m="http://schemas.openxmlformats.org/officeDocument/2006/math">
                    <m:r>
                      <a:rPr lang="nb-NO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=…</a:t>
                </a:r>
              </a:p>
            </p:txBody>
          </p:sp>
        </mc:Choice>
        <mc:Fallback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174EE6E3-8752-E35C-6C88-7CEAE9C4BE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41331" y="3419523"/>
                <a:ext cx="802365" cy="369332"/>
              </a:xfrm>
              <a:prstGeom prst="rect">
                <a:avLst/>
              </a:prstGeom>
              <a:blipFill>
                <a:blip r:embed="rId3"/>
                <a:stretch>
                  <a:fillRect l="-5224" t="-9524" r="-5224" b="-2381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0" name="Picture 99">
            <a:extLst>
              <a:ext uri="{FF2B5EF4-FFF2-40B4-BE49-F238E27FC236}">
                <a16:creationId xmlns:a16="http://schemas.microsoft.com/office/drawing/2014/main" id="{BF6FD7D7-65D2-2F97-57E7-2C28975835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6474" y="3882799"/>
            <a:ext cx="997222" cy="1308084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70746AE7-D95F-08E4-B8E7-3AC87984AD5F}"/>
              </a:ext>
            </a:extLst>
          </p:cNvPr>
          <p:cNvCxnSpPr>
            <a:cxnSpLocks/>
            <a:stCxn id="66" idx="3"/>
            <a:endCxn id="96" idx="1"/>
          </p:cNvCxnSpPr>
          <p:nvPr/>
        </p:nvCxnSpPr>
        <p:spPr>
          <a:xfrm flipV="1">
            <a:off x="10984880" y="2887411"/>
            <a:ext cx="507942" cy="21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01C53A78-F940-8BF6-D4FF-02DEC5932CCA}"/>
              </a:ext>
            </a:extLst>
          </p:cNvPr>
          <p:cNvCxnSpPr>
            <a:cxnSpLocks/>
            <a:stCxn id="70" idx="3"/>
            <a:endCxn id="98" idx="1"/>
          </p:cNvCxnSpPr>
          <p:nvPr/>
        </p:nvCxnSpPr>
        <p:spPr>
          <a:xfrm flipV="1">
            <a:off x="11010719" y="3604189"/>
            <a:ext cx="33061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37823341-1166-11BE-A64E-B717A8F5F60D}"/>
              </a:ext>
            </a:extLst>
          </p:cNvPr>
          <p:cNvCxnSpPr>
            <a:cxnSpLocks/>
            <a:stCxn id="72" idx="3"/>
            <a:endCxn id="100" idx="1"/>
          </p:cNvCxnSpPr>
          <p:nvPr/>
        </p:nvCxnSpPr>
        <p:spPr>
          <a:xfrm flipV="1">
            <a:off x="10625606" y="4536841"/>
            <a:ext cx="520868" cy="24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8005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1f00f39-6041-45b0-b309-e0210d8b32af}" enabled="0" method="" siteId="{e1f00f39-6041-45b0-b309-e0210d8b32a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85</Words>
  <Application>Microsoft Office PowerPoint</Application>
  <PresentationFormat>Widescreen</PresentationFormat>
  <Paragraphs>31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Courier New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Sauder</dc:creator>
  <cp:lastModifiedBy>Thomas Sauder</cp:lastModifiedBy>
  <cp:revision>1</cp:revision>
  <dcterms:created xsi:type="dcterms:W3CDTF">2026-09-10T12:43:21Z</dcterms:created>
  <dcterms:modified xsi:type="dcterms:W3CDTF">2026-09-10T12:55:06Z</dcterms:modified>
</cp:coreProperties>
</file>